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BETA LAMBDA · CHAPTER ORIENTATION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Org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been sorted into a team for the year. Here is what that means, and how you earn points for it.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org-draft.vercel.app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SHORT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things are true of you 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706624"/>
            <a:ext cx="45720" cy="27432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7AA9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8136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in an Org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88136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about ten, drawn from across the chapter. It is yours for the year.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32706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2706" y="2706624"/>
            <a:ext cx="45720" cy="2743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2" name="Text 10"/>
          <p:cNvSpPr/>
          <p:nvPr/>
        </p:nvSpPr>
        <p:spPr>
          <a:xfrm>
            <a:off x="4743602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1858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43602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earn points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43602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you show up to is worth something, and it is credited to your Org.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88173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88173" y="2706624"/>
            <a:ext cx="45720" cy="27432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7" name="Text 15"/>
          <p:cNvSpPr/>
          <p:nvPr/>
        </p:nvSpPr>
        <p:spPr>
          <a:xfrm>
            <a:off x="8399069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E87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99069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Org competes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99069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every other Org, all semester, for the Org Cup.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AN ORG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cross-section of the chapter, not a friend group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1498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242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9242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3212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986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76986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WAYS IT IS BALANCED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92440" y="2295144"/>
            <a:ext cx="3322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 is a small standing team inside the chapter. You did not pick it and neither did your friends — it was dealt so that every Org looks roughly like the chapter as a whole.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7240" y="3877056"/>
            <a:ext cx="54864" cy="86868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6" name="Text 14"/>
          <p:cNvSpPr/>
          <p:nvPr/>
        </p:nvSpPr>
        <p:spPr>
          <a:xfrm>
            <a:off x="1088136" y="389534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That is the point. You end the year knowing ten people you would not otherwise have met, across both divisions and both year groups.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YOU DID NOT CHOOSE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draft balanced when it placed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136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comes out within one member of every other, so no team is carrying a numbers disadvantage in the Cup.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Division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43602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and case competition people are spread across all the Orgs rather than clustering into two camps.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Tenure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99069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First-years and returning members are mixed, so no Org is all new and none is a closed circle of veterans.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fourth axis spreads members who said they are interested in leading, so every Org has somebody willing to organise it. If the chapter uses personality types, a fifth keeps any one Org from being nine of the same person.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steps, once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91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334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883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532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5420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is the normal door. The page receives your name, email and picture — never your password.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840480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89534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73989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Join the chapter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749040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from the list and enter the join code your officers gave you.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7316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504748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10235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9469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Fill in the form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95604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in the chapter, which division you lean toward, and whether you want to lead. Two minutes.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FORM IS NOT OPTIONAL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blank answer does not make you neutral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axis the draft balances comes from your form answers. Leave one blank and the sorter has nothing to work with.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not neutral — you are a coin flip, and so is the Org that ends up with you.</a:t>
            </a:r>
            <a:endParaRPr lang="en-US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ORG CUP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the competition is put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0008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50008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542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SEASON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54680" y="2496312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fourteen weeks. Every Org starts at zero in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63240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1" name="Text 9"/>
          <p:cNvSpPr/>
          <p:nvPr/>
        </p:nvSpPr>
        <p:spPr>
          <a:xfrm>
            <a:off x="1088136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UNIT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154680" y="3209544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member, at one thing, on one date. That is what gets logged.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776472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776472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88136" y="39684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TOTAL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54680" y="3922776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any member earns is credited to their Org, plus whole-team bonuses.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4489704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489704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9" name="Text 17"/>
          <p:cNvSpPr/>
          <p:nvPr/>
        </p:nvSpPr>
        <p:spPr>
          <a:xfrm>
            <a:off x="1088136" y="4681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RANKING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Orgs are ranked on points per member, not on raw totals.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77240" y="5202936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5202936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3" name="Text 21"/>
          <p:cNvSpPr/>
          <p:nvPr/>
        </p:nvSpPr>
        <p:spPr>
          <a:xfrm>
            <a:off x="1088136" y="5394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WINNER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154680" y="5349240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top of that table when the season ends.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 · 1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 kinds of thing are worth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58568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54864" cy="1115568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" y="2569464"/>
            <a:ext cx="182880" cy="18288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468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Meetings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657600" y="2423160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chapter meetings, division workshops, study and prep sessions. Individually the smallest amount — but they happen most weeks, so over a semester they are the largest share of most members’ totals.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54864" cy="1115568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6424" y="3831336"/>
            <a:ext cx="182880" cy="18288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730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Competition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657600" y="3685032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competitions, conference events, state and national qualifiers. The highest per-event value in the catalog, because it is the chapter competing in public. Usually scored twice: once for entering, again for placing.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82312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782312"/>
            <a:ext cx="54864" cy="1115568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" y="5093208"/>
            <a:ext cx="182880" cy="182880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9926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657600" y="4946904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service, philanthropy, volunteering hours. Often logged by the hour rather than the event, so a long Saturday counts more than a short one.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 · 2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And the three that are easy to forget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58568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54864" cy="1115568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" y="2569464"/>
            <a:ext cx="182880" cy="182880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468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Social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657600" y="2423160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banquets, retreats, Org socials. Deliberately worth less than competition — but these are what turn ten people who were assigned to each other into a team that shows up for each other.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54864" cy="1115568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6424" y="3831336"/>
            <a:ext cx="182880" cy="182880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730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Leadership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657600" y="3685032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workshop, leading a session, holding a role, mentoring a first-year. Worth a lot per instance because few people do it. This is the category most within your control.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82312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782312"/>
            <a:ext cx="54864" cy="1115568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" y="5093208"/>
            <a:ext cx="182880" cy="182880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9926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Recruiting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657600" y="4946904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a guest, working a tabling shift, getting someone to actually join. Scored generously, since a chapter that does not recruit has no next year.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one attendance is actually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CBCCC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37160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VALUE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officers set the action at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1409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4958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3776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E876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1208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CROSS-DIVISION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went to the other side’s event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0" y="31409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4958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77824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0E352C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0" y="2638044"/>
            <a:ext cx="54864" cy="1600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7" name="Text 15"/>
          <p:cNvSpPr/>
          <p:nvPr/>
        </p:nvSpPr>
        <p:spPr>
          <a:xfrm>
            <a:off x="905256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05256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EARN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5256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Credited to you, and to your Org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604004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values are set by your officers and are meant to be edited — the catalog should describe what this chapter actually does. Anything you attend outside your own division picks up the cross-division bonus on top.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bonuses, and how to trigger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Cross-division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136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something on the other side of the chapter. Every time. This bonus exists specifically to stop consulting and case competitions becoming two separate clubs.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preference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43602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told the form you had no division preference, you pick up extra on anything you attend. You are being paid to explore.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Full team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99069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of your Org turns up to the same thing, the whole Org scores a bonus on top of the individual points. Bring your Org.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one is the only bonus you cannot earn alone, and it is the largest. Dragging four people to a workshop is worth more than going to two on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LEADERBOARD LOOKS LIKE THAT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Ranked per member, not by total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 of eleven would beat an Org of nine on raw totals every time, whatever either of them actually did.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Dividing by headcount means the Cup measures participation. A small Org that all turns up beats a large one that half does.</a:t>
            </a:r>
            <a:endParaRPr lang="en-US" sz="2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you can see about yourself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4767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" y="2121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points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71416" y="2130552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running total, how many things you have been to, and the split across the six kinds.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15468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33284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answers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471416" y="3337560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division, type and leadership interest, read back from the form you filled in.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436168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8136" y="45354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recognitions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71416" y="4544568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Awarded by officers for what points do not capture. They do not affect the Cup.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5751576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member’s points and personality type are theirs, not yours. Officers see them because running the draft and the Cup requires it — other members do not.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IS ACTUALLY ASKED OF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habits, and that is the whole job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21284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26771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11226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Turn up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12140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meetings, and to at least some things outside your own division.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145536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419856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474720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3192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328416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sheet at the event. If you are not on it, you did not earn it.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352544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626864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68172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5262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Bring your Org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535424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full-team bonus is the largest one available and needs other people.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77240" y="55595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" y="58338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58887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46504" y="5733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Check standings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5129784" y="57424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Weekly. It takes ten seconds and it is the point of the whole thing.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OFFICERS ONLY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other side of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014984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up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80360" y="2048256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divisions and ranks, create the sign-up form, hand out the join code.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28895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14984" y="3163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Collect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80360" y="2944368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join and appear on the roster on their own. Chase the ones who have not.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730752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4" name="Text 12"/>
          <p:cNvSpPr/>
          <p:nvPr/>
        </p:nvSpPr>
        <p:spPr>
          <a:xfrm>
            <a:off x="1014984" y="3785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14984" y="40599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Draft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880360" y="3840480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read the flags, take the Assistant’s swaps, hand-adjust, announce.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26864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8" name="Text 16"/>
          <p:cNvSpPr/>
          <p:nvPr/>
        </p:nvSpPr>
        <p:spPr>
          <a:xfrm>
            <a:off x="1014984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14984" y="4956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880360" y="4736592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after every event. Skip three weeks and the standings stop meaning anything.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522976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2" name="Text 20"/>
          <p:cNvSpPr/>
          <p:nvPr/>
        </p:nvSpPr>
        <p:spPr>
          <a:xfrm>
            <a:off x="1014984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" y="5852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 over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880360" y="5632704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save file for next year’s officers, then clear the data for a new semester.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org-draft.vercel.app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in, join with the code, fill in the form. Then find your Org under Teams and see where it stands.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full written orientation is at /orientation · Questions go to your chapter officers.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 Beta Lambda — Chapter orientation</dc:title>
  <dc:subject>PptxGenJS Presentation</dc:subject>
  <dc:creator>The Org System</dc:creator>
  <cp:lastModifiedBy>The Org System</cp:lastModifiedBy>
  <cp:revision>1</cp:revision>
  <dcterms:created xsi:type="dcterms:W3CDTF">2026-09-06T20:34:53Z</dcterms:created>
  <dcterms:modified xsi:type="dcterms:W3CDTF">2026-09-06T20:34:53Z</dcterms:modified>
</cp:coreProperties>
</file>